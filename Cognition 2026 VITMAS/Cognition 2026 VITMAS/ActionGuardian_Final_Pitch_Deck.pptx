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7680" y="1463040"/>
            <a:ext cx="3596335" cy="41148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VITMAS COGNITION 2026 • FINAL 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5340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ActionGuardian</a:t>
            </a:r>
          </a:p>
          <a:p>
            <a:pPr algn="ctr">
              <a:defRPr sz="2000">
                <a:solidFill>
                  <a:srgbClr val="64748B"/>
                </a:solidFill>
              </a:defRPr>
            </a:pPr>
            <a:r>
              <a:t>Simulated Consequences Before Real Email Dispatch 🛡️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931920"/>
            <a:ext cx="57908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85340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Team Name: Team ActionGuardian</a:t>
            </a:r>
          </a:p>
          <a:p>
            <a:pPr algn="ctr">
              <a:defRPr sz="1300">
                <a:solidFill>
                  <a:srgbClr val="4F46E5"/>
                </a:solidFill>
              </a:defRPr>
            </a:pPr>
            <a:r>
              <a:t>Track: Autonomous Agentic AI &amp; AI/ML Safety</a:t>
            </a:r>
          </a:p>
          <a:p>
            <a:pPr algn="ctr">
              <a:defRPr sz="1300">
                <a:solidFill>
                  <a:srgbClr val="64748B"/>
                </a:solidFill>
              </a:defRPr>
            </a:pPr>
            <a:r>
              <a:t>Members: Sahaj &amp;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ACTIONGUARDIAN | VITMAS COGNITION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11D48"/>
                </a:solidFill>
              </a:defRPr>
            </a:pPr>
            <a:r>
              <a:t>⚠️ THE PROBLEM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Once an Email is Sent, There is No Undo Button: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Language models are increasingly trusted to draft and send emails directly. But unlike text chats, real email delivery over SMTP is completely irreversible.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Catastrophic Accidental Leaks: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Agents routinely leak passwords, AWS keys, private medical records, and salary sheets to external vendors by mistake.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Hostile Language &amp; Reputational Firestorms: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Under ambiguous user instructions, agents can send harsh, career-ending, or legally binding commitments with zero human review.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Fake or Mistyped Recipients: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Dispatching sensitive messages to mistyped addresses (e.g. '@gmial.com' or nonexistent domains) causes instant exfiltration or delivery failure.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🎯 OUR OBJECTIVES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1. Pre-Action Flight Simulator: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Create an isolated safety sandbox where outgoing drafts are tested for real-world consequences before touching the internet.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2. Meaningful 3-Question Consequence Model: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Move beyond dumb keyword blocks. Calculate real-world Intent, Backfire Probability, and Worst-Case Impact.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3. Live Recipient &amp; DNS Verification: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Verify whether recipient email domains physically exist on live internet DNS before allowing dispatch.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4. 1-Click Self-Healing AI Auto-Improve: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Don't just yell at the user—automatically sanitize secrets and polish hostile tones into professional language with 1 click.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5. Bulletproof Security Gate: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Make direct dispatch physically impossible without a signed safety preview token.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ACTIONGUARDIAN | VITMAS COGNITION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Proposed Solution &amp; Key Innovation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🛡️ 1. The Safety Gateway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Physical Interception Gate: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Direct agent-to-SMTP execution is completely blocked at code level.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Simulation Sandbox: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Emails are staged in a mock environment that mimics real delivery.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Cryptographic Preview Token: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The server only delivers emails that hold a valid, uncommitted preview receipt issued by the sandbox.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Zero Latency (&lt;2ms):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Instantaneous evaluation so users experience zero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💡 2. The 3-Question Model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Q1. What is the Intent?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Classifies purpose (Routine=0, Complaint=5, Legal/HR=15, Money=20) and detects dangerous 'Intent Drift'.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Q2. Could it Backfire?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Counts 11 real-world factors (external domains, reply-all, hostile tone) into reliable probability bands.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Q3. What is the Damage?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Measures worst-case liability (Security, Legal, Financial) multiplied by reach and irreversibility.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Hard Floor Protection: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Zero tolerance for leaked AWS keys, private RSA certificates, or violent threats (fixed &gt;=80 CRITICAL).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✨ 3. 1-Click Auto-Healing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Secret Scrubbing: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Converts live AWS keys and passwords into safe organizational vault references (e.g. [Vault Ref #SEC-4091]).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Tone De-escalation: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Rewrites furious, unprofessional rants into calm, constructive, legally defensible communications.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Iterative Calibration: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First rewrite brings risk to 28-35 (SAFE zone), subsequent refinements drop it to 14-18.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Full Human Oversight: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The user inspects the clean version before giving final approval.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ACTIONGUARDIAN | VITMAS COGNITION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System Architecture &amp;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993392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8105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1. Draft Initiated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Agent or user drafts an email with target, subject, &amp; content.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463040"/>
            <a:ext cx="1993392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9232" y="1600200"/>
            <a:ext cx="18105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2. Recipient DNS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Live DNS test validates domain reachability &amp; catches typos.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463040"/>
            <a:ext cx="1993392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5504" y="1600200"/>
            <a:ext cx="18105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3. Consequence Sim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Scoring Engine computes Intent, Backfire, &amp;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463040"/>
            <a:ext cx="1993392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6" y="1600200"/>
            <a:ext cx="18105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4. Safety Gate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Intervention Popup: 0-39 Auto, 40-79 Review, 80+ Blocked.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463040"/>
            <a:ext cx="1993392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8048" y="1600200"/>
            <a:ext cx="18105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5. SMTP Dispatch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Dispatches real email with TLS &amp; issues audit receipt.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10698480" cy="24688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🤖 AGENTIC AI TRACK EVIDENCE: AGENT WORKFLOW &amp; FAILURE HANDLING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Two-Phase 'Preview-then-Commit' Protocol: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Separates reasoning and simulation from physical tool execution. Agents cannot bypass the sandbox because the dispatch tool demands a valid 'preview_id'.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Token Replay Prevention: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Once a preview token is committed or modified, it is invalidated immediately to prevent double-spending or replay attacks.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Graceful Failure &amp; DNS Fallback: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If DNS resolution fails or times out, the system degrades to RFC 5322 syntax validation with explicit human warning rather than crashing.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Deterministic Hard Block Enforcement: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If an agent hallucinates that sharing credentials is 'safe', the Hard-Rule Floor overrides the LLM, preventing accidental disaster.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ACTIONGUARDIAN | VITMAS COGNITION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Technology Stack &amp;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⚙️ TECHNOLOGY STACK</a:t>
            </a:r>
          </a:p>
          <a:p>
            <a:pPr>
              <a:defRPr b="1" sz="1100">
                <a:solidFill>
                  <a:srgbClr val="4F46E5"/>
                </a:solidFill>
              </a:defRPr>
            </a:pPr>
            <a:r>
              <a:t>• Zero-Dependency Server: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Built on Python's native http.server and socket libraries. No bloated npm/pip web servers; lightweight and ultra-reliable.</a:t>
            </a:r>
          </a:p>
          <a:p>
            <a:pPr>
              <a:defRPr b="1" sz="1100">
                <a:solidFill>
                  <a:srgbClr val="4F46E5"/>
                </a:solidFill>
              </a:defRPr>
            </a:pPr>
            <a:r>
              <a:t>• Native SMTP &amp; TLS: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Direct integration with smtplib and email.message.EmailMessage over secure Port 587 with STARTTLS encryption.</a:t>
            </a:r>
          </a:p>
          <a:p>
            <a:pPr>
              <a:defRPr b="1" sz="1100">
                <a:solidFill>
                  <a:srgbClr val="4F46E5"/>
                </a:solidFill>
              </a:defRPr>
            </a:pPr>
            <a:r>
              <a:t>• Live DNS Socket Engine: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Uses socket.getaddrinfo to query internet nameservers in real time to verify recipient domains.</a:t>
            </a:r>
          </a:p>
          <a:p>
            <a:pPr>
              <a:defRPr b="1" sz="1100">
                <a:solidFill>
                  <a:srgbClr val="4F46E5"/>
                </a:solidFill>
              </a:defRPr>
            </a:pPr>
            <a:r>
              <a:t>• Responsive Modern Frontend: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Tailwind CSS styling with live status badges, side-by-side risk diffs, and zero disruptive browser alert boxes.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📊 AI/ML TRACK EVIDENCE: DATASET &amp; METRICS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• Curated 21-Scenario Benchmark: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Diverse ground-truth dataset spanning 7 categories: Routine, Complaint, Sensitive Info, Data Transfer, Legal, HR Action, and Financial.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• Mathematical Consequentialist Engine: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Risk = min(100, Content + Intent + round_half_up(Backfire_p * Impact)). Balances LLM intent analysis with deterministic rules.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• 100% Risk Detection Recall: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Caught 16/16 risky scenarios with zero false negatives (exceeding the &gt;=80% target).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• 100% Specificity (Zero False Alarms):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Cleared 5/5 benign emails without harassing the user.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• Ultra-Low Latency Inference: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Complete simulation, rule extraction, and consequence scoring executes in ~0.002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ACTIONGUARDIAN | VITMAS COGNITION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Key Features &amp; Functionalities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🔍 1. Real DNS &amp; Recipient Genuineness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Validates recipient syntax (RFC 5322), flags common typos (@gmial.com -&gt; @gmail.com), and actively pings public DNS. Prevents accidental delivery to malicious lookalikes.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🛡️ 2. Comprehensive 25+ Threat Detector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Intercepts AWS keys, GitHub tokens, database passwords, private keys, Credit Cards, SSNs, HIPAA medical records, toxic HR language, and wire fraud scams.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📊 3. 3-Question Risk Intervention Popup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Presents human operators with clear, explainable risk: Q1. Intent, Q2. Backfire Band, Q3. Worst-Case Consequence. Silent for safe emails (&lt;40); strict for dangerous drafts.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✨ 4. 1-Click AI Auto-Improve &amp; Real Dispatch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Automatically redacts credentials into safe token pointers, de-escalates aggressive phrasing, recalculates risk score, and dispatches via authenticated Gmail TLS with audit receipt.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ACTIONGUARDIAN | VITMAS COGNITION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Live Demo / Working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DEMO STEP 1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Typo &amp; Fake Domain Test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1. Enter test@fakedomainxyz9999.com.</a:t>
            </a:r>
            <a:br/>
            <a:br/>
            <a:r>
              <a:t>2. Real-time badge immediately flashes RED:</a:t>
            </a:r>
            <a:br/>
            <a:r>
              <a:t>   '✕ Domain does not exist on DNS'.</a:t>
            </a:r>
            <a:br/>
            <a:br/>
            <a:r>
              <a:t>3. Type a real address (e.g. Gmail) ➔ Badge turns GREEN: '✓ Valid &amp; DNS Verified'.</a:t>
            </a:r>
            <a:br/>
            <a:br/>
            <a:r>
              <a:t>Result: Catches typos and non-existent domains before network transmission.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DEMO STEP 2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Threat Scan &amp; Auto-Improve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1. Load 'AWS &amp; Database Password Leak' from test cases.</a:t>
            </a:r>
            <a:br/>
            <a:br/>
            <a:r>
              <a:t>2. Click 'Simulate &amp; Scan' ➔ Risk Score 100/100 (CRITICAL).</a:t>
            </a:r>
            <a:br/>
            <a:br/>
            <a:r>
              <a:t>3. Intervention Popup blocks direct send.</a:t>
            </a:r>
            <a:br/>
            <a:br/>
            <a:r>
              <a:t>4. Click '✨ Auto-Improve with AI' ➔ Secret redacted to [Vault Ref #SEC-4091] &amp; score drops to 28/100 (SAFE)!</a:t>
            </a:r>
            <a:br/>
            <a:br/>
            <a:r>
              <a:t>Result: Self-healing AI removes danger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DEMO STEP 3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Safety Commit &amp; Real Dispatch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1. With score in the Green zone, click 'Send Real Email'.</a:t>
            </a:r>
            <a:br/>
            <a:br/>
            <a:r>
              <a:t>2. ActionGuardian verifies preview token authenticity.</a:t>
            </a:r>
            <a:br/>
            <a:br/>
            <a:r>
              <a:t>3. Native SMTP dispatches email to recipient's real inbox via TLS.</a:t>
            </a:r>
            <a:br/>
            <a:br/>
            <a:r>
              <a:t>4. Live Audit Receipt generated with unique Tracking ID and timestamp.</a:t>
            </a:r>
            <a:br/>
            <a:br/>
            <a:r>
              <a:t>Result: Irreversible actions executed with 100% confidence.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ACTIONGUARDIAN | VITMAS COGNITION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HORIZON 1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Financial &amp; Payment Gateways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Pre-Transaction Wire Verification:</a:t>
            </a:r>
            <a:br/>
            <a:r>
              <a:t>  Simulate banking API calls before funds leave accounts.</a:t>
            </a:r>
            <a:br/>
            <a:br/>
            <a:r>
              <a:t>• Anomaly &amp; Threshold Failsafes:</a:t>
            </a:r>
            <a:br/>
            <a:r>
              <a:t>  Detect anomalous wire requests exceeding typical agent spending limits.</a:t>
            </a:r>
            <a:br/>
            <a:br/>
            <a:r>
              <a:t>• Multi-Signature Approvals:</a:t>
            </a:r>
            <a:br/>
            <a:r>
              <a:t>  Require secondary executive confirmation for transfers over configured amounts.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HORIZON 2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Multi-Agent Framework Proxy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Universal Middleware Proxy:</a:t>
            </a:r>
            <a:br/>
            <a:r>
              <a:t>  Plug-and-play middleware for LangChain, AutoGen, CrewAI, and LangGraph.</a:t>
            </a:r>
            <a:br/>
            <a:br/>
            <a:r>
              <a:t>• Cloud Sandbox Interceptor:</a:t>
            </a:r>
            <a:br/>
            <a:r>
              <a:t>  Intercept shell commands to prevent catastrophic 'DROP TABLE' or 'rm -rf' in production containers.</a:t>
            </a:r>
            <a:br/>
            <a:br/>
            <a:r>
              <a:t>• Agent Swarm Auditing:</a:t>
            </a:r>
            <a:br/>
            <a:r>
              <a:t>  Trace inter-agent communications for privilege escalation attempts.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HORIZON 3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Enterprise Policy Engines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Custom Regulatory Profiles:</a:t>
            </a:r>
            <a:br/>
            <a:r>
              <a:t>  One-click compliance packs for HIPAA, GDPR, SOC-2, and ITAR.</a:t>
            </a:r>
            <a:br/>
            <a:br/>
            <a:r>
              <a:t>• Adaptive Learning Models:</a:t>
            </a:r>
            <a:br/>
            <a:r>
              <a:t>  Learn organizational tone and communication norms over time without sacrificing safety floors.</a:t>
            </a:r>
            <a:br/>
            <a:br/>
            <a:r>
              <a:t>• SIEM / Splunk Integration:</a:t>
            </a:r>
            <a:br/>
            <a:r>
              <a:t>  Stream structured audit receipts into enterprise security dashboards.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ACTIONGUARDIAN | VITMAS COGNITION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ActionGuardian: The Essential Safety Seatbelt for Autonomous AI</a:t>
            </a:r>
          </a:p>
          <a:p>
            <a:pPr>
              <a:defRPr b="1" sz="1200">
                <a:solidFill>
                  <a:srgbClr val="4F46E5"/>
                </a:solidFill>
              </a:defRPr>
            </a:pPr>
            <a:r>
              <a:t>• Bridging the Trust Gap: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Autonomous AI agents cannot achieve enterprise adoption if a single hallucination can dispatch confidential secrets or spark a legal catastrophe.</a:t>
            </a:r>
          </a:p>
          <a:p>
            <a:pPr>
              <a:defRPr b="1" sz="1200">
                <a:solidFill>
                  <a:srgbClr val="4F46E5"/>
                </a:solidFill>
              </a:defRPr>
            </a:pPr>
            <a:r>
              <a:t>• Physical Consequence Guarantee: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By enforcing 'Preview-then-Commit', ActionGuardian ensures that no physical action occurs in the real world without a verified consequence preview.</a:t>
            </a:r>
          </a:p>
          <a:p>
            <a:pPr>
              <a:defRPr b="1" sz="1200">
                <a:solidFill>
                  <a:srgbClr val="4F46E5"/>
                </a:solidFill>
              </a:defRPr>
            </a:pPr>
            <a:r>
              <a:t>• Self-Correcting, Not Paralyzing: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Traditional security stops work by shouting 'Access Denied'. ActionGuardian empowers users with 1-click self-healing rewrites that turn dangerous drafts into safe, professional communications.</a:t>
            </a:r>
          </a:p>
          <a:p>
            <a:pPr>
              <a:defRPr b="1" sz="1200">
                <a:solidFill>
                  <a:srgbClr val="4F46E5"/>
                </a:solidFill>
              </a:defRPr>
            </a:pPr>
            <a:r>
              <a:t>• Proven Reliability: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100% Risk Recall, 100% Specificity across 21 rigorous benchmarks, zero external server dependencies, and full TLS-secured delivery.</a:t>
            </a:r>
          </a:p>
          <a:p>
            <a:pPr>
              <a:defRPr b="1" sz="1200">
                <a:solidFill>
                  <a:srgbClr val="4F46E5"/>
                </a:solidFill>
              </a:defRPr>
            </a:pPr>
            <a:r>
              <a:t>• The Bottom Line: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'Never let an AI agent act in the real world without simulating its consequences first.'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